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7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22A62-6474-41CA-81E9-6491C74BA4C5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50AFA-71DE-4770-9BC2-E985F7DDAF7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E50AFA-71DE-4770-9BC2-E985F7DDAF7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7000"/>
            <a:lum/>
          </a:blip>
          <a:srcRect/>
          <a:stretch>
            <a:fillRect l="-21000" r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5917A-3639-4C71-B602-CF32A69EE5F8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B7DE0-D891-4F13-8A5F-8211E6043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158" y="214290"/>
            <a:ext cx="8429684" cy="2786082"/>
          </a:xfrm>
        </p:spPr>
        <p:txBody>
          <a:bodyPr>
            <a:noAutofit/>
          </a:bodyPr>
          <a:lstStyle/>
          <a:p>
            <a:r>
              <a:rPr lang="en-IN" sz="6000" b="1" dirty="0" smtClean="0"/>
              <a:t>Global E-commerce Sales Analysis (2023-2025)</a:t>
            </a: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7290" y="2786058"/>
            <a:ext cx="6400800" cy="3000396"/>
          </a:xfrm>
        </p:spPr>
        <p:txBody>
          <a:bodyPr>
            <a:normAutofit/>
          </a:bodyPr>
          <a:lstStyle/>
          <a:p>
            <a:endParaRPr lang="en-IN" sz="2400" dirty="0" smtClean="0">
              <a:solidFill>
                <a:schemeClr val="tx1"/>
              </a:solidFill>
            </a:endParaRPr>
          </a:p>
          <a:p>
            <a:r>
              <a:rPr lang="en-IN" sz="2400" dirty="0" smtClean="0">
                <a:solidFill>
                  <a:schemeClr val="tx1"/>
                </a:solidFill>
              </a:rPr>
              <a:t>Power BI Project</a:t>
            </a:r>
          </a:p>
          <a:p>
            <a:endParaRPr lang="en-IN" sz="2800" b="1" dirty="0" smtClean="0">
              <a:solidFill>
                <a:schemeClr val="tx1"/>
              </a:solidFill>
            </a:endParaRPr>
          </a:p>
          <a:p>
            <a:endParaRPr lang="en-IN" sz="3000" b="1" dirty="0" smtClean="0">
              <a:solidFill>
                <a:schemeClr val="tx1"/>
              </a:solidFill>
            </a:endParaRPr>
          </a:p>
          <a:p>
            <a:r>
              <a:rPr lang="en-IN" b="1" dirty="0" smtClean="0">
                <a:solidFill>
                  <a:schemeClr val="tx1"/>
                </a:solidFill>
              </a:rPr>
              <a:t>Name: Jayshri Chaudhari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Dataset Overview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 smtClean="0"/>
              <a:t>Source: Kaggle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Data: Orders ID, Customer Name, Products, Sales, </a:t>
            </a:r>
          </a:p>
          <a:p>
            <a:pPr>
              <a:lnSpc>
                <a:spcPct val="150000"/>
              </a:lnSpc>
              <a:buNone/>
            </a:pPr>
            <a:r>
              <a:rPr lang="en-IN" dirty="0" smtClean="0"/>
              <a:t>               Profit, Discount, Region, Product Category,</a:t>
            </a:r>
          </a:p>
          <a:p>
            <a:pPr>
              <a:lnSpc>
                <a:spcPct val="150000"/>
              </a:lnSpc>
              <a:buNone/>
            </a:pPr>
            <a:r>
              <a:rPr lang="en-IN" dirty="0" smtClean="0"/>
              <a:t>               Quantity,  Payment Method, Shipping Cost      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Time Period: 2023-2025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Total Orders: 2K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Tools &amp; Approach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Data cleaning using Power Query</a:t>
            </a:r>
          </a:p>
          <a:p>
            <a:r>
              <a:rPr lang="en-IN" dirty="0" smtClean="0"/>
              <a:t>DAX for Calculation</a:t>
            </a:r>
          </a:p>
          <a:p>
            <a:r>
              <a:rPr lang="en-IN" dirty="0" smtClean="0"/>
              <a:t>Created KPIs: Sales</a:t>
            </a:r>
          </a:p>
          <a:p>
            <a:pPr>
              <a:buNone/>
            </a:pPr>
            <a:r>
              <a:rPr lang="en-IN" dirty="0" smtClean="0"/>
              <a:t>	                         Profit</a:t>
            </a:r>
          </a:p>
          <a:p>
            <a:pPr>
              <a:buNone/>
            </a:pPr>
            <a:r>
              <a:rPr lang="en-IN" dirty="0" smtClean="0"/>
              <a:t>                             Orders</a:t>
            </a:r>
          </a:p>
          <a:p>
            <a:pPr>
              <a:buNone/>
            </a:pPr>
            <a:r>
              <a:rPr lang="en-IN" dirty="0" smtClean="0"/>
              <a:t>                             Profit Margin</a:t>
            </a:r>
          </a:p>
          <a:p>
            <a:r>
              <a:rPr lang="en-IN" dirty="0" smtClean="0"/>
              <a:t>Build interactive dashboard with filters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IN" b="1" dirty="0" smtClean="0"/>
              <a:t>Dashboard Overview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285852" y="5857892"/>
            <a:ext cx="657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* Top Products                                                       * Category</a:t>
            </a:r>
          </a:p>
          <a:p>
            <a:r>
              <a:rPr lang="en-IN" dirty="0" smtClean="0"/>
              <a:t>* Sales trend                                                          * Payment Methods  </a:t>
            </a:r>
          </a:p>
        </p:txBody>
      </p:sp>
      <p:pic>
        <p:nvPicPr>
          <p:cNvPr id="7" name="Content Placeholder 6" descr="project dashboard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910" y="785794"/>
            <a:ext cx="7786742" cy="507209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en-IN" b="1" dirty="0" smtClean="0"/>
              <a:t>Detailed Analysis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00100" y="5857892"/>
            <a:ext cx="7215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* Discount vs. Profit                                                * Regional sales distribution</a:t>
            </a:r>
          </a:p>
          <a:p>
            <a:r>
              <a:rPr lang="en-IN" dirty="0" smtClean="0"/>
              <a:t>* Order-level insights</a:t>
            </a:r>
            <a:endParaRPr lang="en-US" dirty="0"/>
          </a:p>
        </p:txBody>
      </p:sp>
      <p:pic>
        <p:nvPicPr>
          <p:cNvPr id="8" name="Content Placeholder 7" descr="image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472" y="714356"/>
            <a:ext cx="8001056" cy="516890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Key Insights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 smtClean="0"/>
              <a:t>From the analysis,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Furniture is most profitable</a:t>
            </a:r>
          </a:p>
          <a:p>
            <a:r>
              <a:rPr lang="en-US" dirty="0" smtClean="0"/>
              <a:t>High discounts reduce profit</a:t>
            </a:r>
          </a:p>
          <a:p>
            <a:r>
              <a:rPr lang="en-US" dirty="0" smtClean="0"/>
              <a:t>Some transactions show negative profit</a:t>
            </a:r>
          </a:p>
          <a:p>
            <a:r>
              <a:rPr lang="en-US" dirty="0" smtClean="0"/>
              <a:t>Top regions are Europe and North America</a:t>
            </a:r>
          </a:p>
          <a:p>
            <a:r>
              <a:rPr lang="en-US" dirty="0" smtClean="0"/>
              <a:t>Sales show seasonal trends peak in Oct-Dec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Recommendations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 smtClean="0"/>
              <a:t>   Maximize profit, Not Just Sales</a:t>
            </a:r>
          </a:p>
          <a:p>
            <a:pPr>
              <a:buNone/>
            </a:pPr>
            <a:endParaRPr lang="en-IN" b="1" dirty="0" smtClean="0"/>
          </a:p>
          <a:p>
            <a:pPr>
              <a:buNone/>
            </a:pPr>
            <a:r>
              <a:rPr lang="en-IN" dirty="0" smtClean="0"/>
              <a:t>        * Control high discount strategies</a:t>
            </a:r>
          </a:p>
          <a:p>
            <a:pPr>
              <a:buNone/>
            </a:pPr>
            <a:r>
              <a:rPr lang="en-IN" dirty="0" smtClean="0"/>
              <a:t>        * Focus on high-profit categories</a:t>
            </a:r>
          </a:p>
          <a:p>
            <a:pPr>
              <a:buNone/>
            </a:pPr>
            <a:r>
              <a:rPr lang="en-IN" dirty="0" smtClean="0"/>
              <a:t>        * Target peak months</a:t>
            </a:r>
          </a:p>
          <a:p>
            <a:pPr>
              <a:buNone/>
            </a:pPr>
            <a:r>
              <a:rPr lang="en-IN" dirty="0" smtClean="0"/>
              <a:t>     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Future Scope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In future, this project can be enhanced by:</a:t>
            </a:r>
          </a:p>
          <a:p>
            <a:r>
              <a:rPr lang="en-US" dirty="0" smtClean="0"/>
              <a:t>Adding real-time data </a:t>
            </a:r>
            <a:r>
              <a:rPr lang="en-US" dirty="0" smtClean="0"/>
              <a:t>and supports live decision-making</a:t>
            </a:r>
            <a:endParaRPr lang="en-US" dirty="0" smtClean="0"/>
          </a:p>
          <a:p>
            <a:r>
              <a:rPr lang="en-US" dirty="0" smtClean="0"/>
              <a:t>Using predictive analysis for sales forecasting </a:t>
            </a:r>
          </a:p>
          <a:p>
            <a:r>
              <a:rPr lang="en-IN" dirty="0" smtClean="0"/>
              <a:t>Customer Segmentation</a:t>
            </a:r>
          </a:p>
          <a:p>
            <a:r>
              <a:rPr lang="en-IN" dirty="0" smtClean="0"/>
              <a:t>Advanced KPIs for deeper analysis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Understood Sales Performance</a:t>
            </a:r>
          </a:p>
          <a:p>
            <a:r>
              <a:rPr lang="en-IN" dirty="0" smtClean="0"/>
              <a:t>Increasing Profitability</a:t>
            </a:r>
          </a:p>
          <a:p>
            <a:r>
              <a:rPr lang="en-IN" dirty="0" smtClean="0"/>
              <a:t>Support better data driven decision-making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28671"/>
            <a:ext cx="7772400" cy="2928957"/>
          </a:xfrm>
        </p:spPr>
        <p:txBody>
          <a:bodyPr>
            <a:normAutofit/>
          </a:bodyPr>
          <a:lstStyle/>
          <a:p>
            <a:r>
              <a:rPr lang="en-IN" sz="8000" b="1" dirty="0" smtClean="0"/>
              <a:t/>
            </a:r>
            <a:br>
              <a:rPr lang="en-IN" sz="8000" b="1" dirty="0" smtClean="0"/>
            </a:br>
            <a:r>
              <a:rPr lang="en-IN" sz="8000" b="1" dirty="0" smtClean="0"/>
              <a:t>Thank You</a:t>
            </a:r>
            <a:endParaRPr lang="en-US" sz="8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202</Words>
  <Application>Microsoft Office PowerPoint</Application>
  <PresentationFormat>On-screen Show (4:3)</PresentationFormat>
  <Paragraphs>53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Global E-commerce Sales Analysis (2023-2025)</vt:lpstr>
      <vt:lpstr>Dataset Overview</vt:lpstr>
      <vt:lpstr>Tools &amp; Approach</vt:lpstr>
      <vt:lpstr>Dashboard Overview</vt:lpstr>
      <vt:lpstr>Detailed Analysis</vt:lpstr>
      <vt:lpstr>Key Insights</vt:lpstr>
      <vt:lpstr>Recommendations</vt:lpstr>
      <vt:lpstr>Future Scope</vt:lpstr>
      <vt:lpstr>Conclusion</vt:lpstr>
      <vt:lpstr> Thank You</vt:lpstr>
    </vt:vector>
  </TitlesOfParts>
  <Company>Deftones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Aarushi</dc:creator>
  <cp:lastModifiedBy>Aarushi</cp:lastModifiedBy>
  <cp:revision>43</cp:revision>
  <dcterms:created xsi:type="dcterms:W3CDTF">2026-04-20T11:18:07Z</dcterms:created>
  <dcterms:modified xsi:type="dcterms:W3CDTF">2026-04-29T16:12:53Z</dcterms:modified>
</cp:coreProperties>
</file>