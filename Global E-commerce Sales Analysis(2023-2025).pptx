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22A62-6474-41CA-81E9-6491C74BA4C5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50AFA-71DE-4770-9BC2-E985F7DDA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E50AFA-71DE-4770-9BC2-E985F7DDAF7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7000"/>
            <a:lum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5917A-3639-4C71-B602-CF32A69EE5F8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158" y="214290"/>
            <a:ext cx="8429684" cy="2786082"/>
          </a:xfrm>
        </p:spPr>
        <p:txBody>
          <a:bodyPr>
            <a:noAutofit/>
          </a:bodyPr>
          <a:lstStyle/>
          <a:p>
            <a:r>
              <a:rPr lang="en-IN" sz="6000" b="1" dirty="0" smtClean="0"/>
              <a:t>Global E-commerce Sales </a:t>
            </a:r>
            <a:r>
              <a:rPr lang="en-IN" sz="6000" b="1" dirty="0" smtClean="0"/>
              <a:t>Analysis Report</a:t>
            </a:r>
            <a:br>
              <a:rPr lang="en-IN" sz="6000" b="1" dirty="0" smtClean="0"/>
            </a:br>
            <a:r>
              <a:rPr lang="en-IN" sz="6000" b="1" dirty="0" smtClean="0"/>
              <a:t>(2023-2025</a:t>
            </a:r>
            <a:r>
              <a:rPr lang="en-IN" sz="6000" b="1" dirty="0" smtClean="0"/>
              <a:t>)</a:t>
            </a: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2786058"/>
            <a:ext cx="6400800" cy="3000396"/>
          </a:xfrm>
        </p:spPr>
        <p:txBody>
          <a:bodyPr>
            <a:normAutofit/>
          </a:bodyPr>
          <a:lstStyle/>
          <a:p>
            <a:endParaRPr lang="en-IN" sz="2400" dirty="0" smtClean="0">
              <a:solidFill>
                <a:schemeClr val="tx1"/>
              </a:solidFill>
            </a:endParaRPr>
          </a:p>
          <a:p>
            <a:r>
              <a:rPr lang="en-IN" sz="2400" dirty="0" smtClean="0">
                <a:solidFill>
                  <a:schemeClr val="tx1"/>
                </a:solidFill>
              </a:rPr>
              <a:t>Power </a:t>
            </a:r>
            <a:r>
              <a:rPr lang="en-IN" sz="2400" dirty="0" smtClean="0">
                <a:solidFill>
                  <a:schemeClr val="tx1"/>
                </a:solidFill>
              </a:rPr>
              <a:t>BI Dashboard Project</a:t>
            </a:r>
          </a:p>
          <a:p>
            <a:endParaRPr lang="en-IN" sz="2800" b="1" dirty="0" smtClean="0">
              <a:solidFill>
                <a:schemeClr val="tx1"/>
              </a:solidFill>
            </a:endParaRPr>
          </a:p>
          <a:p>
            <a:endParaRPr lang="en-IN" sz="3000" b="1" dirty="0" smtClean="0">
              <a:solidFill>
                <a:schemeClr val="tx1"/>
              </a:solidFill>
            </a:endParaRPr>
          </a:p>
          <a:p>
            <a:r>
              <a:rPr lang="en-IN" b="1" dirty="0" smtClean="0">
                <a:solidFill>
                  <a:schemeClr val="tx1"/>
                </a:solidFill>
              </a:rPr>
              <a:t>Name: Jayshri Chaudhari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Dataset Overview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 smtClean="0"/>
              <a:t>Source: Kaggle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Data: Orders, Sales, Profit, Discount, 	Shipping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Time Period: 2023-2025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Total Orders: 2K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Problem Statement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Understand sales and performance</a:t>
            </a:r>
          </a:p>
          <a:p>
            <a:r>
              <a:rPr lang="en-IN" dirty="0" smtClean="0"/>
              <a:t>Identify loss-making areas</a:t>
            </a:r>
          </a:p>
          <a:p>
            <a:r>
              <a:rPr lang="en-IN" dirty="0" smtClean="0"/>
              <a:t>Analyze impact of discount </a:t>
            </a:r>
          </a:p>
          <a:p>
            <a:r>
              <a:rPr lang="en-IN" dirty="0" smtClean="0"/>
              <a:t>Find growth opportunities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Tools &amp; Approach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Data cleaning using Power Query</a:t>
            </a:r>
          </a:p>
          <a:p>
            <a:r>
              <a:rPr lang="en-IN" dirty="0" smtClean="0"/>
              <a:t>Data modeling in Power BI</a:t>
            </a:r>
          </a:p>
          <a:p>
            <a:r>
              <a:rPr lang="en-IN" dirty="0" smtClean="0"/>
              <a:t>Created KPIs: Sales</a:t>
            </a:r>
          </a:p>
          <a:p>
            <a:pPr>
              <a:buNone/>
            </a:pPr>
            <a:r>
              <a:rPr lang="en-IN" dirty="0" smtClean="0"/>
              <a:t>	                         Profit</a:t>
            </a:r>
          </a:p>
          <a:p>
            <a:pPr>
              <a:buNone/>
            </a:pPr>
            <a:r>
              <a:rPr lang="en-IN" dirty="0" smtClean="0"/>
              <a:t>                             Orders</a:t>
            </a:r>
          </a:p>
          <a:p>
            <a:pPr>
              <a:buNone/>
            </a:pPr>
            <a:r>
              <a:rPr lang="en-IN" dirty="0" smtClean="0"/>
              <a:t>                             Profit Margin</a:t>
            </a:r>
          </a:p>
          <a:p>
            <a:r>
              <a:rPr lang="en-IN" dirty="0" smtClean="0"/>
              <a:t>Build interactive dashboard with filters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IN" b="1" dirty="0" smtClean="0"/>
              <a:t>Dashboard Overview</a:t>
            </a:r>
            <a:endParaRPr lang="en-US" b="1" dirty="0"/>
          </a:p>
        </p:txBody>
      </p:sp>
      <p:pic>
        <p:nvPicPr>
          <p:cNvPr id="4" name="Content Placeholder 3" descr="project screenshot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62" y="857232"/>
            <a:ext cx="7429552" cy="4929222"/>
          </a:xfrm>
        </p:spPr>
      </p:pic>
      <p:sp>
        <p:nvSpPr>
          <p:cNvPr id="6" name="TextBox 5"/>
          <p:cNvSpPr txBox="1"/>
          <p:nvPr/>
        </p:nvSpPr>
        <p:spPr>
          <a:xfrm>
            <a:off x="1285852" y="5857892"/>
            <a:ext cx="657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* KPIs Overview                   * Slicer                     * Top Products</a:t>
            </a:r>
          </a:p>
          <a:p>
            <a:r>
              <a:rPr lang="en-IN" dirty="0" smtClean="0"/>
              <a:t>* Sales trend                                                          * Payment Methods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IN" b="1" dirty="0" smtClean="0"/>
              <a:t>Detailed Analysis</a:t>
            </a:r>
            <a:endParaRPr lang="en-US" b="1" dirty="0"/>
          </a:p>
        </p:txBody>
      </p:sp>
      <p:pic>
        <p:nvPicPr>
          <p:cNvPr id="4" name="Content Placeholder 3" descr="project screenshot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910" y="857232"/>
            <a:ext cx="7929618" cy="5000660"/>
          </a:xfrm>
        </p:spPr>
      </p:pic>
      <p:sp>
        <p:nvSpPr>
          <p:cNvPr id="5" name="TextBox 4"/>
          <p:cNvSpPr txBox="1"/>
          <p:nvPr/>
        </p:nvSpPr>
        <p:spPr>
          <a:xfrm>
            <a:off x="1000100" y="5857892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* Discount vs. Profit                                                * Regional sales distribution</a:t>
            </a:r>
          </a:p>
          <a:p>
            <a:r>
              <a:rPr lang="en-IN" dirty="0" smtClean="0"/>
              <a:t>* Order-level insights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Key Insights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Low discount </a:t>
            </a:r>
            <a:r>
              <a:rPr lang="en-IN" sz="2400" dirty="0" smtClean="0"/>
              <a:t>→ </a:t>
            </a:r>
            <a:r>
              <a:rPr lang="en-IN" dirty="0" smtClean="0"/>
              <a:t>High Profit</a:t>
            </a:r>
          </a:p>
          <a:p>
            <a:r>
              <a:rPr lang="en-IN" dirty="0" smtClean="0"/>
              <a:t>High discount </a:t>
            </a:r>
            <a:r>
              <a:rPr lang="en-IN" sz="2400" dirty="0" smtClean="0"/>
              <a:t>→</a:t>
            </a:r>
            <a:r>
              <a:rPr lang="en-IN" dirty="0" smtClean="0"/>
              <a:t> Profit drops</a:t>
            </a:r>
          </a:p>
          <a:p>
            <a:r>
              <a:rPr lang="en-IN" dirty="0" smtClean="0"/>
              <a:t>Furniture = Highest profit category</a:t>
            </a:r>
          </a:p>
          <a:p>
            <a:r>
              <a:rPr lang="en-IN" dirty="0" smtClean="0"/>
              <a:t>Sales peak in Oct-Dec</a:t>
            </a:r>
          </a:p>
          <a:p>
            <a:r>
              <a:rPr lang="en-IN" dirty="0" smtClean="0"/>
              <a:t>Some Orders show negative profit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Recommendations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 smtClean="0"/>
              <a:t>Maximize profit, Not Just Sales</a:t>
            </a:r>
          </a:p>
          <a:p>
            <a:pPr>
              <a:buNone/>
            </a:pPr>
            <a:r>
              <a:rPr lang="en-IN" dirty="0" smtClean="0"/>
              <a:t>        * Control high discounts</a:t>
            </a:r>
          </a:p>
          <a:p>
            <a:pPr>
              <a:buNone/>
            </a:pPr>
            <a:r>
              <a:rPr lang="en-IN" dirty="0" smtClean="0"/>
              <a:t>        * Reduce shipping cost impact</a:t>
            </a:r>
          </a:p>
          <a:p>
            <a:pPr>
              <a:buNone/>
            </a:pPr>
            <a:r>
              <a:rPr lang="en-IN" dirty="0" smtClean="0"/>
              <a:t>        * Focus on high-profit categories</a:t>
            </a:r>
          </a:p>
          <a:p>
            <a:pPr>
              <a:buNone/>
            </a:pPr>
            <a:r>
              <a:rPr lang="en-IN" dirty="0" smtClean="0"/>
              <a:t>        * Target peak months</a:t>
            </a:r>
          </a:p>
          <a:p>
            <a:pPr>
              <a:buNone/>
            </a:pPr>
            <a:r>
              <a:rPr lang="en-IN" dirty="0" smtClean="0"/>
              <a:t>        * Improve/remove low-profit products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Profit depends on cost control, not just sales</a:t>
            </a:r>
          </a:p>
          <a:p>
            <a:r>
              <a:rPr lang="en-IN" dirty="0" smtClean="0"/>
              <a:t>Discounts and shipping must be balanced</a:t>
            </a:r>
          </a:p>
          <a:p>
            <a:r>
              <a:rPr lang="en-IN" dirty="0" smtClean="0"/>
              <a:t>Data helps in better decision-making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28671"/>
            <a:ext cx="7772400" cy="1857387"/>
          </a:xfrm>
        </p:spPr>
        <p:txBody>
          <a:bodyPr>
            <a:normAutofit/>
          </a:bodyPr>
          <a:lstStyle/>
          <a:p>
            <a:r>
              <a:rPr lang="en-IN" sz="6600" b="1" dirty="0" smtClean="0"/>
              <a:t>Thank</a:t>
            </a:r>
            <a:r>
              <a:rPr lang="en-IN" sz="6000" b="1" dirty="0" smtClean="0"/>
              <a:t> You</a:t>
            </a: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500198"/>
          </a:xfrm>
        </p:spPr>
        <p:txBody>
          <a:bodyPr>
            <a:normAutofit/>
          </a:bodyPr>
          <a:lstStyle/>
          <a:p>
            <a:r>
              <a:rPr lang="en-IN" sz="3600" dirty="0" smtClean="0">
                <a:solidFill>
                  <a:schemeClr val="tx1"/>
                </a:solidFill>
              </a:rPr>
              <a:t> Questions?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178</Words>
  <Application>Microsoft Office PowerPoint</Application>
  <PresentationFormat>On-screen Show (4:3)</PresentationFormat>
  <Paragraphs>50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Global E-commerce Sales Analysis Report (2023-2025)</vt:lpstr>
      <vt:lpstr>Dataset Overview</vt:lpstr>
      <vt:lpstr>Problem Statement</vt:lpstr>
      <vt:lpstr>Tools &amp; Approach</vt:lpstr>
      <vt:lpstr>Dashboard Overview</vt:lpstr>
      <vt:lpstr>Detailed Analysis</vt:lpstr>
      <vt:lpstr>Key Insights</vt:lpstr>
      <vt:lpstr>Recommendations</vt:lpstr>
      <vt:lpstr>Conclusion</vt:lpstr>
      <vt:lpstr>Thank You</vt:lpstr>
    </vt:vector>
  </TitlesOfParts>
  <Company>Deftones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Aarushi</dc:creator>
  <cp:lastModifiedBy>Aarushi</cp:lastModifiedBy>
  <cp:revision>19</cp:revision>
  <dcterms:created xsi:type="dcterms:W3CDTF">2026-04-20T11:18:07Z</dcterms:created>
  <dcterms:modified xsi:type="dcterms:W3CDTF">2026-04-27T06:14:32Z</dcterms:modified>
</cp:coreProperties>
</file>